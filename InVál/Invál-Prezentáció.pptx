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d617b455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d617b455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617b455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617b455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d617b455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d617b455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d617b455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d617b455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d617b455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d617b455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d617b455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d617b455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d617b455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d617b455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d617b455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d617b455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d617b45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d617b45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000000">
              <a:alpha val="49090"/>
            </a:srgbClr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KeyCraft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solidFill>
            <a:srgbClr val="000000">
              <a:alpha val="49090"/>
            </a:srgbClr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rgbClr val="CCCCCC"/>
                </a:solidFill>
                <a:latin typeface="Nunito"/>
                <a:ea typeface="Nunito"/>
                <a:cs typeface="Nunito"/>
                <a:sym typeface="Nunito"/>
              </a:rPr>
              <a:t>Mayer Hedda Adrienn</a:t>
            </a:r>
            <a:endParaRPr>
              <a:solidFill>
                <a:srgbClr val="CCCC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 javítása"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 Javaslat: Piaci Helyzetkép (SWOT)&#10;&#10;Cím: Miért fog működni? – SWOT Elemzés&#10;&#10;Tipp: A dián csak a félkövér kulcsszavak legyenek, a többit csak mondod!&#10;&#10;ERŐSSÉGEK (Strengths) GYENGESÉGEK (Weaknesses)&#10;1. Technológiai fölény: A piacon egyedülálló hangszimuláció és kompatibilitás-ellenőrzés.&#10;&#10;&#10;2. Komplex szolgáltatás: Tervezés + Alkatrész + Építés egy kézben.&#10;&#10;&#10;3. Lokális előny: Magyar garancia, gyors szállítás, hazai ügyfélszolgálat.&#10;&#10;1. Magas tőkeigény: A sokféle alkatrész (switchek, házak) készletezése drága.&#10;&#10;&#10;2. Induló márka: Még nincs kiépült bizalom a közösségben.&#10;&#10;&#10;3. Árverseny: Drágábbak vagyunk, mint a tömeggyártott &quot;gamer&quot; billentyűzetek.&#10;&#10;LEHETŐSÉGEK (Opportunities) VESZÉLYEK (Threats)&#10;1. Home Office trend: Nő az igény a minőségi, ergonomikus munkaeszközökre.&#10;&#10;&#10;2. B2B nyitás: Programozó cégeknek &quot;céges flotta&quot; építése (ergonómia).&#10;&#10;&#10;3. Influencer marketing: Tech-videósokkal való együttműködés.&#10;&#10;1. Ellátási lánc: Kínai importfüggőség (szállítási idők, vám).&#10;&#10;&#10;2. Gazdasági környezet: Az infláció miatt csökkenhet a hobbira fordítható pénz.&#10;&#10;&#10;3. Nagy gyártók: Ha a Logitech/Razer másolná a konfigurátor ötletét.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 Javaslat: Generikus Versenystratégia (Porter)&#10;&#10;Cím: Versenystratégia: Fókuszált Megkülönböztetés&#10;&#10;A választott stratégia: Fókuszált Megkülönböztetés (Niche Market + Differentiation)&#10;&#10;Hol versenyzünk? (Fókusz):&#10;&#10;Nem a tömegpiacon (ahol a 10.000 Ft-os billentyűzetek vannak).&#10;&#10;Célpiac: Az igényes gamerek, programozók és kreatív szakemberek, akik kinőtték a tömegtermékeket (&quot;Enthusiast&quot; belépő szint).&#10;&#10;Mivel nyerünk? (Megkülönböztetés):&#10;&#10;Nem árversenyt folytatunk, hanem értékalapú versenyt.&#10;&#10;A plusz érték: A technológia (hangszimulátor), a kényelem (összeszerelés) és a kockázatmentesség (garantált kompatibilitás).&#10;&#10;Piaci pozicionálás:&#10;&#10;Költségvezetők (Akikkel NEM versenyzünk): White Shark, Redragon (olcsó tömegtermékek).&#10;&#10;Széles megkülönböztetők: Logitech, Razer (drága tömegtermékek, de nem egyediek).&#10;&#10;MI HELYÜNK: Custom Építők. Egyedi design, egyedi hangzás, személyre szabott szolgáltatás."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b="0" l="39" r="39" t="0"/>
          <a:stretch/>
        </p:blipFill>
        <p:spPr>
          <a:xfrm>
            <a:off x="0" y="19936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 rotWithShape="1">
          <a:blip r:embed="rId3">
            <a:alphaModFix/>
          </a:blip>
          <a:srcRect b="0" l="39" r="39" t="0"/>
          <a:stretch/>
        </p:blipFill>
        <p:spPr>
          <a:xfrm>
            <a:off x="0" y="19936"/>
            <a:ext cx="9143544" cy="511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áttér kicsit jobban tükrözze a témát"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és már csak egy köszönöm a figyelmet diára van szükségem"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